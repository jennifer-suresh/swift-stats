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yout_lsm_exampl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" y="1417320"/>
            <a:ext cx="11887200" cy="30227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LSM QC Review: lsm_example_01.png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yout_lsm_exampl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" y="1417320"/>
            <a:ext cx="11887200" cy="30227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LSM QC Review: lsm_example_02.png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yout_lsm_exampl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" y="1417320"/>
            <a:ext cx="11887200" cy="30227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LSM QC Review: lsm_example_03.png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yout_lsm_exampl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" y="1417320"/>
            <a:ext cx="11887200" cy="30227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LSM QC Review: lsm_example_04.png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yout_lsm_exampl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" y="1417320"/>
            <a:ext cx="11887200" cy="30227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LSM QC Review: lsm_example_05.png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yout_lsm_exampl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" y="1417320"/>
            <a:ext cx="11887200" cy="30227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LSM QC Review: lsm_example_06.png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yout_lsm_exampl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" y="1417320"/>
            <a:ext cx="11887200" cy="30227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LSM QC Review: lsm_example_08.png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