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del nt2 del cbd 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del nt2 del cbd 1.png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sting2.png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sting3.png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sting4.png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sting5.png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yout_mkp5 stin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" y="1417320"/>
            <a:ext cx="11887200" cy="30227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LSM QC Review: mkp5 sting7.png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